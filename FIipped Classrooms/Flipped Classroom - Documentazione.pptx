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D4D13-266C-400F-9B4B-EFF1A7C90336}" v="8" dt="2022-11-09T15:02:53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vesti" userId="d647de4fd5d777e4" providerId="LiveId" clId="{C6ED4D13-266C-400F-9B4B-EFF1A7C90336}"/>
    <pc:docChg chg="undo custSel modSld">
      <pc:chgData name="Gabriel Rovesti" userId="d647de4fd5d777e4" providerId="LiveId" clId="{C6ED4D13-266C-400F-9B4B-EFF1A7C90336}" dt="2022-11-09T15:03:32.142" v="565" actId="1076"/>
      <pc:docMkLst>
        <pc:docMk/>
      </pc:docMkLst>
      <pc:sldChg chg="modSp mod">
        <pc:chgData name="Gabriel Rovesti" userId="d647de4fd5d777e4" providerId="LiveId" clId="{C6ED4D13-266C-400F-9B4B-EFF1A7C90336}" dt="2022-11-09T15:03:32.142" v="565" actId="1076"/>
        <pc:sldMkLst>
          <pc:docMk/>
          <pc:sldMk cId="726716261" sldId="256"/>
        </pc:sldMkLst>
        <pc:spChg chg="mod">
          <ac:chgData name="Gabriel Rovesti" userId="d647de4fd5d777e4" providerId="LiveId" clId="{C6ED4D13-266C-400F-9B4B-EFF1A7C90336}" dt="2022-11-09T15:03:32.142" v="565" actId="1076"/>
          <ac:spMkLst>
            <pc:docMk/>
            <pc:sldMk cId="726716261" sldId="256"/>
            <ac:spMk id="3" creationId="{103FBD10-7A89-6591-7B58-09647F8ECF9C}"/>
          </ac:spMkLst>
        </pc:spChg>
      </pc:sldChg>
      <pc:sldChg chg="modSp mod">
        <pc:chgData name="Gabriel Rovesti" userId="d647de4fd5d777e4" providerId="LiveId" clId="{C6ED4D13-266C-400F-9B4B-EFF1A7C90336}" dt="2022-11-09T14:54:52.553" v="98" actId="14100"/>
        <pc:sldMkLst>
          <pc:docMk/>
          <pc:sldMk cId="992776036" sldId="257"/>
        </pc:sldMkLst>
        <pc:spChg chg="mod">
          <ac:chgData name="Gabriel Rovesti" userId="d647de4fd5d777e4" providerId="LiveId" clId="{C6ED4D13-266C-400F-9B4B-EFF1A7C90336}" dt="2022-11-09T14:52:41.722" v="1" actId="21"/>
          <ac:spMkLst>
            <pc:docMk/>
            <pc:sldMk cId="992776036" sldId="257"/>
            <ac:spMk id="4" creationId="{BBBACC31-3FFE-6CDF-3343-C03AEEAD278A}"/>
          </ac:spMkLst>
        </pc:spChg>
        <pc:spChg chg="mod">
          <ac:chgData name="Gabriel Rovesti" userId="d647de4fd5d777e4" providerId="LiveId" clId="{C6ED4D13-266C-400F-9B4B-EFF1A7C90336}" dt="2022-11-09T14:54:52.553" v="98" actId="14100"/>
          <ac:spMkLst>
            <pc:docMk/>
            <pc:sldMk cId="992776036" sldId="257"/>
            <ac:spMk id="9" creationId="{35B94C2A-9935-0814-8318-2FC17AD35D24}"/>
          </ac:spMkLst>
        </pc:spChg>
      </pc:sldChg>
      <pc:sldChg chg="modSp mod">
        <pc:chgData name="Gabriel Rovesti" userId="d647de4fd5d777e4" providerId="LiveId" clId="{C6ED4D13-266C-400F-9B4B-EFF1A7C90336}" dt="2022-11-09T15:03:24.773" v="564" actId="20577"/>
        <pc:sldMkLst>
          <pc:docMk/>
          <pc:sldMk cId="1604451497" sldId="258"/>
        </pc:sldMkLst>
        <pc:spChg chg="mod">
          <ac:chgData name="Gabriel Rovesti" userId="d647de4fd5d777e4" providerId="LiveId" clId="{C6ED4D13-266C-400F-9B4B-EFF1A7C90336}" dt="2022-11-09T14:56:43.111" v="205" actId="20577"/>
          <ac:spMkLst>
            <pc:docMk/>
            <pc:sldMk cId="1604451497" sldId="258"/>
            <ac:spMk id="4" creationId="{BBBACC31-3FFE-6CDF-3343-C03AEEAD278A}"/>
          </ac:spMkLst>
        </pc:spChg>
        <pc:spChg chg="mod">
          <ac:chgData name="Gabriel Rovesti" userId="d647de4fd5d777e4" providerId="LiveId" clId="{C6ED4D13-266C-400F-9B4B-EFF1A7C90336}" dt="2022-11-09T15:03:24.773" v="564" actId="20577"/>
          <ac:spMkLst>
            <pc:docMk/>
            <pc:sldMk cId="1604451497" sldId="258"/>
            <ac:spMk id="9" creationId="{35B94C2A-9935-0814-8318-2FC17AD35D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3958300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858951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A7A19E"/>
                </a:solidFill>
              </a:rPr>
              <a:t>Documentazione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845" y="4868822"/>
            <a:ext cx="4858951" cy="120814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D6D3D2"/>
                </a:solidFill>
              </a:rPr>
              <a:t>Lezione rovesciata 09/11/2022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Cosa e da dove documentare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1" y="1435050"/>
            <a:ext cx="78633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Glossario e termini del dominio d’uso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Requisiti (lato tecnico: tecnologie, design, codice, test, UX)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Scansione temporale e impegni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Stato avanzamento lavori (progressi e difficoltà sprint)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Incontri con il committente (verbali)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Manuali (lato utente finale sysadmin)</a:t>
            </a:r>
          </a:p>
          <a:p>
            <a:endParaRPr lang="en-US" sz="2200" dirty="0">
              <a:solidFill>
                <a:srgbClr val="D6D3D2"/>
              </a:solidFill>
            </a:endParaRPr>
          </a:p>
          <a:p>
            <a:endParaRPr lang="en-US" sz="2200" dirty="0">
              <a:solidFill>
                <a:srgbClr val="D6D3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Come produrre e quali contenuti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1690688"/>
            <a:ext cx="105156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Linguaggio semplice ma tecnico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Con obiettivi e ruoli specifici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Template di riferimento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Workflow, versionamento e verifica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Repository nel cloud</a:t>
            </a:r>
          </a:p>
        </p:txBody>
      </p:sp>
    </p:spTree>
    <p:extLst>
      <p:ext uri="{BB962C8B-B14F-4D97-AF65-F5344CB8AC3E}">
        <p14:creationId xmlns:p14="http://schemas.microsoft.com/office/powerpoint/2010/main" val="1604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82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Documentazione</vt:lpstr>
      <vt:lpstr>Cosa e da dove documentare</vt:lpstr>
      <vt:lpstr>Come produrre e quali contenuti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Gabriel Rovesti</cp:lastModifiedBy>
  <cp:revision>3</cp:revision>
  <dcterms:created xsi:type="dcterms:W3CDTF">2022-10-24T17:05:38Z</dcterms:created>
  <dcterms:modified xsi:type="dcterms:W3CDTF">2022-11-09T15:03:37Z</dcterms:modified>
</cp:coreProperties>
</file>