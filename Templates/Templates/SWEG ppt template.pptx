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3D2"/>
    <a:srgbClr val="A7A19E"/>
    <a:srgbClr val="4E423C"/>
    <a:srgbClr val="212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B261-958D-57E4-66D9-CA2212F8C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A936-A99C-14F8-9B4C-CDCBD2E5F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8C23-A95C-DDFC-8FDF-0009FC8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79B0-DD4F-6CC6-1268-1E385D2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CFC7-B2A1-52BE-3AE8-D502495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3F2-E815-A3B2-FB2C-C8830F19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B1BE-1645-810B-E148-B58ADF75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2D92-CA70-941D-7A10-DA087592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692E-52D4-BB7B-9071-E8C53B6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54C-08E2-7C57-F0FB-C5F9FA7B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DECA-27C6-03D4-AF79-8C3442D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A765-075A-4854-3780-17C235D9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0B30-8201-4F37-B4F1-23502C6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61E3-E61D-AF4D-65E9-6F655703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142-BF63-CF2A-F85B-0D21DEC7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6243-7FC9-3E1F-9DBD-BD5A44EA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F007-632E-F384-4308-133A8F2DB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407B-E9FF-C657-1A70-E930F74F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EE62-F390-0AB3-3BA7-6F9E5E9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2416-848B-B7C0-8596-99D6670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38AE-10F1-C0DD-5E52-33CB8636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27A-4CD2-B321-0187-C88FC66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F84E-218C-0F67-ED81-0A274E43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46EF-032D-2D02-CC26-BBDA778F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B5221-D6A1-5CD0-2FA7-7A857422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335B3-409C-983F-9D21-3AECD448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56B7D-8EBF-5497-6F03-BE4E0E3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6F5B-7888-9B97-6401-DCF18295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12EF6-9424-53F7-9B08-6C379748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6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CF3F-C435-A456-2340-27B6FF26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58C0-FAE6-2706-FD24-3C71FAF6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D632D-19A2-E479-60E6-77CE9057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BE9C-DE30-FB22-B9AF-4ACC602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794D7-DAA9-7EF4-05C7-727E8F35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B8DB-0786-E5DA-448C-B86BF56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DB2-A9E7-90F8-B874-27A812FF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FDF-4CB4-C701-E0D7-D104715A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F6A-9F01-E647-7F49-9026848E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2674-7515-9182-52A9-0B72078C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C69F-AD3B-2D53-C516-DACB9D8E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5BF1A-543B-ECC6-AFE4-D3EDB7F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B3FE-B665-7BFB-ECB0-42ABA5E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B1F-FD5B-E518-79AA-7A94076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9421A-8AE0-E6F7-0AE3-3E8A5925D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4D787-4793-FB16-7484-63F2F3C1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F2E5E-ED5F-296A-1355-AE34BEA0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8895-5630-1E41-EE29-ED78B32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44FBD-A065-C98A-F7D2-E83A7E47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9009-E04A-EE17-5589-B4447C4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01EC7-0C23-1F1E-953E-DAC0F375D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4A2-0C8C-51EA-23F6-1F39FFE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933-BBB9-0F39-0824-DF3E362E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06C7-BC01-0505-D582-99D8D93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CC02-D29B-C5AC-15CB-09550E57F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044F-761E-A4CD-599C-6308120D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8C10-5A80-9BBF-9C97-71B2CB9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B035-BC46-5F41-DBA9-A578A23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5200-10B4-7CA0-31F6-1B7F545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EF491-D16E-ECB5-9547-474C46E6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2518F-5113-F1D6-E946-417C7F31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1604-F289-B033-4048-B104B720F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A06E-F4D4-4BFB-9CBB-798DF4F28D15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099E-5944-0CFA-5606-B5FFB08D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194-C575-DD99-B3FC-79869501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4A1E-B18B-46A8-A873-1AFD8A03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21212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C184F7E-262C-B90E-02E0-79514FEA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"/>
          <a:stretch/>
        </p:blipFill>
        <p:spPr>
          <a:xfrm>
            <a:off x="3958300" y="2337308"/>
            <a:ext cx="8233698" cy="2218756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5409-46BB-AC54-BB44-4965A6DD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858951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A7A19E"/>
                </a:solidFill>
              </a:rPr>
              <a:t>Placeholder </a:t>
            </a:r>
            <a:r>
              <a:rPr lang="en-US" sz="4800" dirty="0" err="1">
                <a:solidFill>
                  <a:srgbClr val="A7A19E"/>
                </a:solidFill>
              </a:rPr>
              <a:t>Titolo</a:t>
            </a:r>
            <a:endParaRPr lang="en-US" sz="4800" dirty="0">
              <a:solidFill>
                <a:srgbClr val="A7A19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FBD10-7A89-6591-7B58-09647F8E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58951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D6D3D2"/>
                </a:solidFill>
              </a:rPr>
              <a:t>Placeholder </a:t>
            </a:r>
            <a:r>
              <a:rPr lang="en-US" sz="2000" dirty="0" err="1">
                <a:solidFill>
                  <a:srgbClr val="D6D3D2"/>
                </a:solidFill>
              </a:rPr>
              <a:t>Sottotitolo</a:t>
            </a:r>
            <a:endParaRPr lang="en-US" sz="2000" dirty="0">
              <a:solidFill>
                <a:srgbClr val="D6D3D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16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Placeholder </a:t>
            </a:r>
            <a:r>
              <a:rPr lang="en-US" dirty="0" err="1">
                <a:solidFill>
                  <a:srgbClr val="A7A19E"/>
                </a:solidFill>
              </a:rPr>
              <a:t>titolo</a:t>
            </a:r>
            <a:r>
              <a:rPr lang="en-US" dirty="0">
                <a:solidFill>
                  <a:srgbClr val="A7A19E"/>
                </a:solidFill>
              </a:rPr>
              <a:t> slide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0" y="1690688"/>
            <a:ext cx="10515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D6D3D2"/>
                </a:solidFill>
              </a:rPr>
              <a:t>Placeholder testo slide</a:t>
            </a:r>
          </a:p>
        </p:txBody>
      </p:sp>
    </p:spTree>
    <p:extLst>
      <p:ext uri="{BB962C8B-B14F-4D97-AF65-F5344CB8AC3E}">
        <p14:creationId xmlns:p14="http://schemas.microsoft.com/office/powerpoint/2010/main" val="99277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E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E423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72</TotalTime>
  <Words>10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Placeholder Titolo</vt:lpstr>
      <vt:lpstr>Placeholder titolo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Titolo</dc:title>
  <dc:creator>Davide Milan</dc:creator>
  <cp:lastModifiedBy>Davide Milan</cp:lastModifiedBy>
  <cp:revision>2</cp:revision>
  <dcterms:created xsi:type="dcterms:W3CDTF">2022-10-24T17:05:38Z</dcterms:created>
  <dcterms:modified xsi:type="dcterms:W3CDTF">2022-10-24T18:18:24Z</dcterms:modified>
</cp:coreProperties>
</file>