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3D2"/>
    <a:srgbClr val="A7A19E"/>
    <a:srgbClr val="4E423C"/>
    <a:srgbClr val="2121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0F252E-6C4E-4072-B8A4-897FDCB8AF44}" v="56" dt="2022-11-13T16:10:06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Rovesti" userId="d647de4fd5d777e4" providerId="LiveId" clId="{FC0F252E-6C4E-4072-B8A4-897FDCB8AF44}"/>
    <pc:docChg chg="undo redo custSel addSld delSld modSld">
      <pc:chgData name="Gabriel Rovesti" userId="d647de4fd5d777e4" providerId="LiveId" clId="{FC0F252E-6C4E-4072-B8A4-897FDCB8AF44}" dt="2022-11-13T16:10:18.318" v="2063" actId="1076"/>
      <pc:docMkLst>
        <pc:docMk/>
      </pc:docMkLst>
      <pc:sldChg chg="modSp mod">
        <pc:chgData name="Gabriel Rovesti" userId="d647de4fd5d777e4" providerId="LiveId" clId="{FC0F252E-6C4E-4072-B8A4-897FDCB8AF44}" dt="2022-11-13T15:59:59.732" v="2014" actId="114"/>
        <pc:sldMkLst>
          <pc:docMk/>
          <pc:sldMk cId="726716261" sldId="256"/>
        </pc:sldMkLst>
        <pc:spChg chg="mod">
          <ac:chgData name="Gabriel Rovesti" userId="d647de4fd5d777e4" providerId="LiveId" clId="{FC0F252E-6C4E-4072-B8A4-897FDCB8AF44}" dt="2022-11-13T15:59:40.084" v="2006" actId="21"/>
          <ac:spMkLst>
            <pc:docMk/>
            <pc:sldMk cId="726716261" sldId="256"/>
            <ac:spMk id="2" creationId="{9E2C5409-46BB-AC54-BB44-4965A6DDF8CA}"/>
          </ac:spMkLst>
        </pc:spChg>
        <pc:spChg chg="mod">
          <ac:chgData name="Gabriel Rovesti" userId="d647de4fd5d777e4" providerId="LiveId" clId="{FC0F252E-6C4E-4072-B8A4-897FDCB8AF44}" dt="2022-11-13T15:59:59.732" v="2014" actId="114"/>
          <ac:spMkLst>
            <pc:docMk/>
            <pc:sldMk cId="726716261" sldId="256"/>
            <ac:spMk id="3" creationId="{103FBD10-7A89-6591-7B58-09647F8ECF9C}"/>
          </ac:spMkLst>
        </pc:spChg>
        <pc:picChg chg="mod">
          <ac:chgData name="Gabriel Rovesti" userId="d647de4fd5d777e4" providerId="LiveId" clId="{FC0F252E-6C4E-4072-B8A4-897FDCB8AF44}" dt="2022-11-13T15:59:09.097" v="1973" actId="1076"/>
          <ac:picMkLst>
            <pc:docMk/>
            <pc:sldMk cId="726716261" sldId="256"/>
            <ac:picMk id="9" creationId="{9C184F7E-262C-B90E-02E0-79514FEAF6EA}"/>
          </ac:picMkLst>
        </pc:picChg>
      </pc:sldChg>
      <pc:sldChg chg="addSp delSp modSp mod">
        <pc:chgData name="Gabriel Rovesti" userId="d647de4fd5d777e4" providerId="LiveId" clId="{FC0F252E-6C4E-4072-B8A4-897FDCB8AF44}" dt="2022-11-13T16:08:43.834" v="2042" actId="1076"/>
        <pc:sldMkLst>
          <pc:docMk/>
          <pc:sldMk cId="992776036" sldId="257"/>
        </pc:sldMkLst>
        <pc:spChg chg="mod">
          <ac:chgData name="Gabriel Rovesti" userId="d647de4fd5d777e4" providerId="LiveId" clId="{FC0F252E-6C4E-4072-B8A4-897FDCB8AF44}" dt="2022-11-13T15:58:32.376" v="1911" actId="20577"/>
          <ac:spMkLst>
            <pc:docMk/>
            <pc:sldMk cId="992776036" sldId="257"/>
            <ac:spMk id="4" creationId="{BBBACC31-3FFE-6CDF-3343-C03AEEAD278A}"/>
          </ac:spMkLst>
        </pc:spChg>
        <pc:spChg chg="mod">
          <ac:chgData name="Gabriel Rovesti" userId="d647de4fd5d777e4" providerId="LiveId" clId="{FC0F252E-6C4E-4072-B8A4-897FDCB8AF44}" dt="2022-11-13T16:08:34.078" v="2040" actId="1076"/>
          <ac:spMkLst>
            <pc:docMk/>
            <pc:sldMk cId="992776036" sldId="257"/>
            <ac:spMk id="9" creationId="{35B94C2A-9935-0814-8318-2FC17AD35D24}"/>
          </ac:spMkLst>
        </pc:spChg>
        <pc:picChg chg="add mod">
          <ac:chgData name="Gabriel Rovesti" userId="d647de4fd5d777e4" providerId="LiveId" clId="{FC0F252E-6C4E-4072-B8A4-897FDCB8AF44}" dt="2022-11-13T16:08:19.751" v="2034" actId="1076"/>
          <ac:picMkLst>
            <pc:docMk/>
            <pc:sldMk cId="992776036" sldId="257"/>
            <ac:picMk id="3" creationId="{CDA06D10-7326-54DB-5466-62A09799F08F}"/>
          </ac:picMkLst>
        </pc:picChg>
        <pc:picChg chg="add del mod">
          <ac:chgData name="Gabriel Rovesti" userId="d647de4fd5d777e4" providerId="LiveId" clId="{FC0F252E-6C4E-4072-B8A4-897FDCB8AF44}" dt="2022-11-13T16:06:47.043" v="2022" actId="478"/>
          <ac:picMkLst>
            <pc:docMk/>
            <pc:sldMk cId="992776036" sldId="257"/>
            <ac:picMk id="6" creationId="{F6C6EF11-B32B-ED24-ED85-6207B4FCF239}"/>
          </ac:picMkLst>
        </pc:picChg>
        <pc:picChg chg="add mod">
          <ac:chgData name="Gabriel Rovesti" userId="d647de4fd5d777e4" providerId="LiveId" clId="{FC0F252E-6C4E-4072-B8A4-897FDCB8AF44}" dt="2022-11-13T16:08:27.924" v="2038" actId="1076"/>
          <ac:picMkLst>
            <pc:docMk/>
            <pc:sldMk cId="992776036" sldId="257"/>
            <ac:picMk id="10" creationId="{4D986639-79C9-2404-84AB-54513043AE0F}"/>
          </ac:picMkLst>
        </pc:picChg>
        <pc:picChg chg="add del mod">
          <ac:chgData name="Gabriel Rovesti" userId="d647de4fd5d777e4" providerId="LiveId" clId="{FC0F252E-6C4E-4072-B8A4-897FDCB8AF44}" dt="2022-11-13T16:07:11.260" v="2027" actId="478"/>
          <ac:picMkLst>
            <pc:docMk/>
            <pc:sldMk cId="992776036" sldId="257"/>
            <ac:picMk id="12" creationId="{79C582B2-37D2-7554-3AD5-B45B0DAF6A4E}"/>
          </ac:picMkLst>
        </pc:picChg>
        <pc:picChg chg="add del mod">
          <ac:chgData name="Gabriel Rovesti" userId="d647de4fd5d777e4" providerId="LiveId" clId="{FC0F252E-6C4E-4072-B8A4-897FDCB8AF44}" dt="2022-11-13T16:07:41.847" v="2029" actId="478"/>
          <ac:picMkLst>
            <pc:docMk/>
            <pc:sldMk cId="992776036" sldId="257"/>
            <ac:picMk id="14" creationId="{11588A7C-8729-0779-6218-90F49DE31025}"/>
          </ac:picMkLst>
        </pc:picChg>
        <pc:picChg chg="add mod">
          <ac:chgData name="Gabriel Rovesti" userId="d647de4fd5d777e4" providerId="LiveId" clId="{FC0F252E-6C4E-4072-B8A4-897FDCB8AF44}" dt="2022-11-13T16:08:43.834" v="2042" actId="1076"/>
          <ac:picMkLst>
            <pc:docMk/>
            <pc:sldMk cId="992776036" sldId="257"/>
            <ac:picMk id="16" creationId="{7EE81422-BA79-BC19-4455-3BB3BD74AAAD}"/>
          </ac:picMkLst>
        </pc:picChg>
        <pc:picChg chg="add del mod">
          <ac:chgData name="Gabriel Rovesti" userId="d647de4fd5d777e4" providerId="LiveId" clId="{FC0F252E-6C4E-4072-B8A4-897FDCB8AF44}" dt="2022-11-13T16:01:07.036" v="2017" actId="478"/>
          <ac:picMkLst>
            <pc:docMk/>
            <pc:sldMk cId="992776036" sldId="257"/>
            <ac:picMk id="1026" creationId="{E6BCB048-55F2-DA54-4FC3-B026A5CDA79C}"/>
          </ac:picMkLst>
        </pc:picChg>
      </pc:sldChg>
      <pc:sldChg chg="new del">
        <pc:chgData name="Gabriel Rovesti" userId="d647de4fd5d777e4" providerId="LiveId" clId="{FC0F252E-6C4E-4072-B8A4-897FDCB8AF44}" dt="2022-11-09T14:37:56.572" v="167" actId="47"/>
        <pc:sldMkLst>
          <pc:docMk/>
          <pc:sldMk cId="1336203617" sldId="258"/>
        </pc:sldMkLst>
      </pc:sldChg>
      <pc:sldChg chg="addSp modSp add mod">
        <pc:chgData name="Gabriel Rovesti" userId="d647de4fd5d777e4" providerId="LiveId" clId="{FC0F252E-6C4E-4072-B8A4-897FDCB8AF44}" dt="2022-11-13T16:10:18.318" v="2063" actId="1076"/>
        <pc:sldMkLst>
          <pc:docMk/>
          <pc:sldMk cId="1604451497" sldId="258"/>
        </pc:sldMkLst>
        <pc:spChg chg="mod">
          <ac:chgData name="Gabriel Rovesti" userId="d647de4fd5d777e4" providerId="LiveId" clId="{FC0F252E-6C4E-4072-B8A4-897FDCB8AF44}" dt="2022-11-13T15:59:00.341" v="1972" actId="20577"/>
          <ac:spMkLst>
            <pc:docMk/>
            <pc:sldMk cId="1604451497" sldId="258"/>
            <ac:spMk id="4" creationId="{BBBACC31-3FFE-6CDF-3343-C03AEEAD278A}"/>
          </ac:spMkLst>
        </pc:spChg>
        <pc:spChg chg="mod">
          <ac:chgData name="Gabriel Rovesti" userId="d647de4fd5d777e4" providerId="LiveId" clId="{FC0F252E-6C4E-4072-B8A4-897FDCB8AF44}" dt="2022-11-13T16:10:18.318" v="2063" actId="1076"/>
          <ac:spMkLst>
            <pc:docMk/>
            <pc:sldMk cId="1604451497" sldId="258"/>
            <ac:spMk id="9" creationId="{35B94C2A-9935-0814-8318-2FC17AD35D24}"/>
          </ac:spMkLst>
        </pc:spChg>
        <pc:picChg chg="add mod">
          <ac:chgData name="Gabriel Rovesti" userId="d647de4fd5d777e4" providerId="LiveId" clId="{FC0F252E-6C4E-4072-B8A4-897FDCB8AF44}" dt="2022-11-13T16:10:05.257" v="2059" actId="1076"/>
          <ac:picMkLst>
            <pc:docMk/>
            <pc:sldMk cId="1604451497" sldId="258"/>
            <ac:picMk id="2050" creationId="{880A8D07-D832-EB53-1CFD-9FB150899564}"/>
          </ac:picMkLst>
        </pc:picChg>
        <pc:picChg chg="add mod">
          <ac:chgData name="Gabriel Rovesti" userId="d647de4fd5d777e4" providerId="LiveId" clId="{FC0F252E-6C4E-4072-B8A4-897FDCB8AF44}" dt="2022-11-13T16:10:06.320" v="2060" actId="1076"/>
          <ac:picMkLst>
            <pc:docMk/>
            <pc:sldMk cId="1604451497" sldId="258"/>
            <ac:picMk id="2052" creationId="{9BEF8796-FA23-EF71-5D6F-D8AC2E3E1C7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2B261-958D-57E4-66D9-CA2212F8C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DA936-A99C-14F8-9B4C-CDCBD2E5F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58C23-A95C-DDFC-8FDF-0009FC81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79B0-DD4F-6CC6-1268-1E385D27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5CFC7-B2A1-52BE-3AE8-D502495C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7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13F2-E815-A3B2-FB2C-C8830F19A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7B1BE-1645-810B-E148-B58ADF753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B2D92-CA70-941D-7A10-DA087592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692E-52D4-BB7B-9071-E8C53B62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E754C-08E2-7C57-F0FB-C5F9FA7B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1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DECA-27C6-03D4-AF79-8C3442D8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2A765-075A-4854-3780-17C235D9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00B30-8201-4F37-B4F1-23502C6A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361E3-E61D-AF4D-65E9-6F655703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36142-BF63-CF2A-F85B-0D21DEC7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6243-7FC9-3E1F-9DBD-BD5A44EA5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1F007-632E-F384-4308-133A8F2DB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4407B-E9FF-C657-1A70-E930F74FF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0EE62-F390-0AB3-3BA7-6F9E5E9A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52416-848B-B7C0-8596-99D66706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638AE-10F1-C0DD-5E52-33CB8636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A27A-4CD2-B321-0187-C88FC66B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7F84E-218C-0F67-ED81-0A274E431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546EF-032D-2D02-CC26-BBDA778FE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B5221-D6A1-5CD0-2FA7-7A8574224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335B3-409C-983F-9D21-3AECD4489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56B7D-8EBF-5497-6F03-BE4E0E32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2B6F5B-7888-9B97-6401-DCF18295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12EF6-9424-53F7-9B08-6C379748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64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CF3F-C435-A456-2340-27B6FF265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958C0-FAE6-2706-FD24-3C71FAF6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D632D-19A2-E479-60E6-77CE9057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6BE9C-DE30-FB22-B9AF-4ACC6029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3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3794D7-DAA9-7EF4-05C7-727E8F35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1B8DB-0786-E5DA-448C-B86BF565E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7ADB2-A9E7-90F8-B874-27A812FF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1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8FDF-4CB4-C701-E0D7-D104715A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7F6A-9F01-E647-7F49-9026848EA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72674-7515-9182-52A9-0B72078C1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5C69F-AD3B-2D53-C516-DACB9D8E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5BF1A-543B-ECC6-AFE4-D3EDB7F8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AB3FE-B665-7BFB-ECB0-42ABA5E9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4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EB1F-FD5B-E518-79AA-7A94076A2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C9421A-8AE0-E6F7-0AE3-3E8A5925DC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4D787-4793-FB16-7484-63F2F3C1D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F2E5E-ED5F-296A-1355-AE34BEA0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88895-5630-1E41-EE29-ED78B325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44FBD-A065-C98A-F7D2-E83A7E47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86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F9009-E04A-EE17-5589-B4447C4D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01EC7-0C23-1F1E-953E-DAC0F375D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4F4A2-0C8C-51EA-23F6-1F39FFEE3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05933-BBB9-0F39-0824-DF3E362E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206C7-BC01-0505-D582-99D8D93D5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2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2CC02-D29B-C5AC-15CB-09550E57F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5044F-761E-A4CD-599C-6308120DA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08C10-5A80-9BBF-9C97-71B2CB9A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7B035-BC46-5F41-DBA9-A578A23B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F5200-10B4-7CA0-31F6-1B7F545E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EF491-D16E-ECB5-9547-474C46E61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2518F-5113-F1D6-E946-417C7F317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F1604-F289-B033-4048-B104B720F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6A06E-F4D4-4BFB-9CBB-798DF4F28D15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099E-5944-0CFA-5606-B5FFB08D8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8C194-C575-DD99-B3FC-79869501B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7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EG-Software-Engineering-Group/doc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21212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9C184F7E-262C-B90E-02E0-79514FEAF6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7"/>
          <a:stretch/>
        </p:blipFill>
        <p:spPr>
          <a:xfrm>
            <a:off x="4006426" y="2337308"/>
            <a:ext cx="8233698" cy="2218756"/>
          </a:xfrm>
          <a:prstGeom prst="rect">
            <a:avLst/>
          </a:prstGeom>
        </p:spPr>
      </p:pic>
      <p:sp>
        <p:nvSpPr>
          <p:cNvPr id="17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C5409-46BB-AC54-BB44-4965A6DDF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677" y="1111201"/>
            <a:ext cx="4192343" cy="3116843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rgbClr val="A7A19E"/>
                </a:solidFill>
              </a:rPr>
              <a:t>Diario di bordo</a:t>
            </a:r>
            <a:br>
              <a:rPr lang="en-US" sz="4800" dirty="0">
                <a:solidFill>
                  <a:srgbClr val="A7A19E"/>
                </a:solidFill>
              </a:rPr>
            </a:br>
            <a:br>
              <a:rPr lang="en-US" sz="4800" dirty="0">
                <a:solidFill>
                  <a:srgbClr val="A7A19E"/>
                </a:solidFill>
              </a:rPr>
            </a:br>
            <a:r>
              <a:rPr lang="en-US" sz="4800" dirty="0">
                <a:solidFill>
                  <a:srgbClr val="A7A19E"/>
                </a:solidFill>
              </a:rPr>
              <a:t>28/11/2022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FBD10-7A89-6591-7B58-09647F8EC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7456" y="5339245"/>
            <a:ext cx="7297088" cy="1283469"/>
          </a:xfrm>
        </p:spPr>
        <p:txBody>
          <a:bodyPr>
            <a:normAutofit/>
          </a:bodyPr>
          <a:lstStyle/>
          <a:p>
            <a:r>
              <a:rPr lang="en-US" sz="2100" i="1" dirty="0">
                <a:solidFill>
                  <a:srgbClr val="A7A19E"/>
                </a:solidFill>
                <a:latin typeface="+mj-lt"/>
                <a:ea typeface="+mj-ea"/>
                <a:cs typeface="+mj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Riferimento</a:t>
            </a:r>
          </a:p>
          <a:p>
            <a:r>
              <a:rPr lang="en-US" sz="2000" dirty="0">
                <a:solidFill>
                  <a:srgbClr val="D6D3D2"/>
                </a:solidFill>
                <a:hlinkClick r:id="rId3"/>
              </a:rPr>
              <a:t>https://github.com/SWEG-Software-Engineering-Group/docs</a:t>
            </a:r>
            <a:r>
              <a:rPr lang="en-US" sz="2000" dirty="0">
                <a:solidFill>
                  <a:srgbClr val="D6D3D2"/>
                </a:solidFill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716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rgbClr val="21212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ACC31-3FFE-6CDF-3343-C03AEEAD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7A19E"/>
                </a:solidFill>
              </a:rPr>
              <a:t>Backlog – Calendario e documenti </a:t>
            </a:r>
          </a:p>
        </p:txBody>
      </p:sp>
      <p:pic>
        <p:nvPicPr>
          <p:cNvPr id="7" name="Content Placeholder 6" descr="Logo&#10;&#10;Description automatically generated">
            <a:extLst>
              <a:ext uri="{FF2B5EF4-FFF2-40B4-BE49-F238E27FC236}">
                <a16:creationId xmlns:a16="http://schemas.microsoft.com/office/drawing/2014/main" id="{EC2E0181-09F2-FEFB-8F97-2EADCE536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914" y="6018173"/>
            <a:ext cx="1863861" cy="474702"/>
          </a:xfrm>
          <a:ln>
            <a:noFill/>
          </a:ln>
          <a:effectLst>
            <a:reflection blurRad="25400" stA="42000" endPos="40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B94C2A-9935-0814-8318-2FC17AD35D24}"/>
              </a:ext>
            </a:extLst>
          </p:cNvPr>
          <p:cNvSpPr txBox="1"/>
          <p:nvPr/>
        </p:nvSpPr>
        <p:spPr>
          <a:xfrm>
            <a:off x="838200" y="1807219"/>
            <a:ext cx="55305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Riorganizzazione requisiti e attori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Organizzazione ruoli per documenti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Definizione calendario e milestone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Pianificazione con Jira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Definizione incontri di formazione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AEFB0B6-25BE-3821-F6B3-A5587AB0F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442" y="4216127"/>
            <a:ext cx="2328365" cy="913084"/>
          </a:xfrm>
          <a:prstGeom prst="rect">
            <a:avLst/>
          </a:prstGeom>
        </p:spPr>
      </p:pic>
      <p:pic>
        <p:nvPicPr>
          <p:cNvPr id="1026" name="Picture 2" descr="AWS">
            <a:extLst>
              <a:ext uri="{FF2B5EF4-FFF2-40B4-BE49-F238E27FC236}">
                <a16:creationId xmlns:a16="http://schemas.microsoft.com/office/drawing/2014/main" id="{38BF167E-650A-A742-DD12-41549EA28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032" y="3438320"/>
            <a:ext cx="2861581" cy="248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25F5614-4870-0D8F-B10E-2EDEAB699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311" y="2137570"/>
            <a:ext cx="1473993" cy="147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776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rgbClr val="21212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ACC31-3FFE-6CDF-3343-C03AEEAD2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610" y="37598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A7A19E"/>
                </a:solidFill>
              </a:rPr>
              <a:t>Up Next – Milestone e Documenti</a:t>
            </a:r>
          </a:p>
        </p:txBody>
      </p:sp>
      <p:pic>
        <p:nvPicPr>
          <p:cNvPr id="7" name="Content Placeholder 6" descr="Logo&#10;&#10;Description automatically generated">
            <a:extLst>
              <a:ext uri="{FF2B5EF4-FFF2-40B4-BE49-F238E27FC236}">
                <a16:creationId xmlns:a16="http://schemas.microsoft.com/office/drawing/2014/main" id="{EC2E0181-09F2-FEFB-8F97-2EADCE536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914" y="6018173"/>
            <a:ext cx="1863861" cy="474702"/>
          </a:xfrm>
          <a:ln>
            <a:noFill/>
          </a:ln>
          <a:effectLst>
            <a:reflection blurRad="25400" stA="42000" endPos="40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B94C2A-9935-0814-8318-2FC17AD35D24}"/>
              </a:ext>
            </a:extLst>
          </p:cNvPr>
          <p:cNvSpPr txBox="1"/>
          <p:nvPr/>
        </p:nvSpPr>
        <p:spPr>
          <a:xfrm>
            <a:off x="613610" y="1701549"/>
            <a:ext cx="54196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Continuazione scrittura documenti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Definizione requisiti per baseline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Basi per Proof of Concept</a:t>
            </a:r>
          </a:p>
          <a:p>
            <a:endParaRPr lang="en-US" sz="2200" dirty="0">
              <a:solidFill>
                <a:srgbClr val="D6D3D2"/>
              </a:solidFill>
            </a:endParaRPr>
          </a:p>
          <a:p>
            <a:r>
              <a:rPr lang="en-US" sz="2200" dirty="0">
                <a:solidFill>
                  <a:srgbClr val="D6D3D2"/>
                </a:solidFill>
              </a:rPr>
              <a:t>Dubbi:</a:t>
            </a:r>
          </a:p>
          <a:p>
            <a:endParaRPr lang="en-US" sz="2200" dirty="0">
              <a:solidFill>
                <a:srgbClr val="D6D3D2"/>
              </a:solidFill>
            </a:endParaRPr>
          </a:p>
          <a:p>
            <a:pPr marL="457200" indent="-457200">
              <a:buAutoNum type="arabicParenR"/>
            </a:pPr>
            <a:r>
              <a:rPr lang="en-US" sz="2200" dirty="0">
                <a:solidFill>
                  <a:srgbClr val="D6D3D2"/>
                </a:solidFill>
              </a:rPr>
              <a:t>Ambiguità casi d’uso/attori</a:t>
            </a:r>
          </a:p>
        </p:txBody>
      </p:sp>
      <p:pic>
        <p:nvPicPr>
          <p:cNvPr id="2050" name="Picture 2" descr="Proof of concept icon isolated on white background • wall stickers data,  white, pictogram | myloview.com">
            <a:extLst>
              <a:ext uri="{FF2B5EF4-FFF2-40B4-BE49-F238E27FC236}">
                <a16:creationId xmlns:a16="http://schemas.microsoft.com/office/drawing/2014/main" id="{37AB8DD4-6FB5-D802-28A4-2DB05E3F6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8746" y="2203813"/>
            <a:ext cx="2184335" cy="2184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EAB83A2D-9654-7253-16BB-CC8B7EAA6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203812"/>
            <a:ext cx="1844871" cy="214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51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WEG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4E423C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65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Diario di bordo  28/11/2022</vt:lpstr>
      <vt:lpstr>Backlog – Calendario e documenti </vt:lpstr>
      <vt:lpstr>Up Next – Milestone e Documenti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Placeholder Titolo</dc:title>
  <dc:creator>Davide Milan</dc:creator>
  <cp:lastModifiedBy>Gabriel Rovesti</cp:lastModifiedBy>
  <cp:revision>12</cp:revision>
  <dcterms:created xsi:type="dcterms:W3CDTF">2022-10-24T17:05:38Z</dcterms:created>
  <dcterms:modified xsi:type="dcterms:W3CDTF">2022-11-27T19:39:42Z</dcterms:modified>
</cp:coreProperties>
</file>