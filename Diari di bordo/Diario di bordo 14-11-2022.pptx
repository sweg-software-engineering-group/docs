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3D2"/>
    <a:srgbClr val="A7A19E"/>
    <a:srgbClr val="4E423C"/>
    <a:srgbClr val="212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0F252E-6C4E-4072-B8A4-897FDCB8AF44}" v="56" dt="2022-11-13T16:10:0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2B261-958D-57E4-66D9-CA2212F8C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DDA936-A99C-14F8-9B4C-CDCBD2E5FF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58C23-A95C-DDFC-8FDF-0009FC81F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379B0-DD4F-6CC6-1268-1E385D27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5CFC7-B2A1-52BE-3AE8-D502495C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7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813F2-E815-A3B2-FB2C-C8830F19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7B1BE-1645-810B-E148-B58ADF753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B2D92-CA70-941D-7A10-DA0875927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692E-52D4-BB7B-9071-E8C53B621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E754C-08E2-7C57-F0FB-C5F9FA7B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1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0DECA-27C6-03D4-AF79-8C3442D89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2A765-075A-4854-3780-17C235D9A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00B30-8201-4F37-B4F1-23502C6A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61E3-E61D-AF4D-65E9-6F655703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6142-BF63-CF2A-F85B-0D21DEC7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8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6243-7FC9-3E1F-9DBD-BD5A44EA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1F007-632E-F384-4308-133A8F2DB0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4407B-E9FF-C657-1A70-E930F74FF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0EE62-F390-0AB3-3BA7-6F9E5E9A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52416-848B-B7C0-8596-99D66706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638AE-10F1-C0DD-5E52-33CB86363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5A27A-4CD2-B321-0187-C88FC66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7F84E-218C-0F67-ED81-0A274E43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46EF-032D-2D02-CC26-BBDA778F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B5221-D6A1-5CD0-2FA7-7A857422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4335B3-409C-983F-9D21-3AECD448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56B7D-8EBF-5497-6F03-BE4E0E324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2B6F5B-7888-9B97-6401-DCF182956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12EF6-9424-53F7-9B08-6C379748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6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ECF3F-C435-A456-2340-27B6FF265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958C0-FAE6-2706-FD24-3C71FAF6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D632D-19A2-E479-60E6-77CE9057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6BE9C-DE30-FB22-B9AF-4ACC60296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3794D7-DAA9-7EF4-05C7-727E8F35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71B8DB-0786-E5DA-448C-B86BF56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7ADB2-A9E7-90F8-B874-27A812FF2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1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8FDF-4CB4-C701-E0D7-D104715A4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7F6A-9F01-E647-7F49-9026848E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72674-7515-9182-52A9-0B72078C1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5C69F-AD3B-2D53-C516-DACB9D8E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5BF1A-543B-ECC6-AFE4-D3EDB7F8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B3FE-B665-7BFB-ECB0-42ABA5E9A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94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0EB1F-FD5B-E518-79AA-7A94076A2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9421A-8AE0-E6F7-0AE3-3E8A5925D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4D787-4793-FB16-7484-63F2F3C1D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F2E5E-ED5F-296A-1355-AE34BEA0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88895-5630-1E41-EE29-ED78B325A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44FBD-A065-C98A-F7D2-E83A7E479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86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F9009-E04A-EE17-5589-B4447C4D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201EC7-0C23-1F1E-953E-DAC0F375D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4F4A2-0C8C-51EA-23F6-1F39FFEE3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933-BBB9-0F39-0824-DF3E362E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206C7-BC01-0505-D582-99D8D93D5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CC02-D29B-C5AC-15CB-09550E57F3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5044F-761E-A4CD-599C-6308120DA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08C10-5A80-9BBF-9C97-71B2CB9A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7B035-BC46-5F41-DBA9-A578A23B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F5200-10B4-7CA0-31F6-1B7F545E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4EF491-D16E-ECB5-9547-474C46E61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2518F-5113-F1D6-E946-417C7F317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F1604-F289-B033-4048-B104B720F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6A06E-F4D4-4BFB-9CBB-798DF4F28D15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1099E-5944-0CFA-5606-B5FFB08D8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8C194-C575-DD99-B3FC-79869501B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34A1E-B18B-46A8-A873-1AFD8A03A39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7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G-Software-Engineering-Group/do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rgbClr val="21212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9C184F7E-262C-B90E-02E0-79514FEAF6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87"/>
          <a:stretch/>
        </p:blipFill>
        <p:spPr>
          <a:xfrm>
            <a:off x="4006426" y="2337308"/>
            <a:ext cx="8233698" cy="2218756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C5409-46BB-AC54-BB44-4965A6DD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77" y="1111201"/>
            <a:ext cx="4192343" cy="3116843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rgbClr val="A7A19E"/>
                </a:solidFill>
              </a:rPr>
              <a:t>Diario di bordo</a:t>
            </a:r>
            <a:br>
              <a:rPr lang="en-US" sz="4800" dirty="0">
                <a:solidFill>
                  <a:srgbClr val="A7A19E"/>
                </a:solidFill>
              </a:rPr>
            </a:br>
            <a:br>
              <a:rPr lang="en-US" sz="4800" dirty="0">
                <a:solidFill>
                  <a:srgbClr val="A7A19E"/>
                </a:solidFill>
              </a:rPr>
            </a:br>
            <a:r>
              <a:rPr lang="en-US" sz="4800" dirty="0">
                <a:solidFill>
                  <a:srgbClr val="A7A19E"/>
                </a:solidFill>
              </a:rPr>
              <a:t>14/11/2022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3FBD10-7A89-6591-7B58-09647F8E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47456" y="5339245"/>
            <a:ext cx="7297088" cy="1283469"/>
          </a:xfrm>
        </p:spPr>
        <p:txBody>
          <a:bodyPr>
            <a:normAutofit/>
          </a:bodyPr>
          <a:lstStyle/>
          <a:p>
            <a:r>
              <a:rPr lang="en-US" sz="2100" i="1" dirty="0">
                <a:solidFill>
                  <a:srgbClr val="A7A19E"/>
                </a:solidFill>
                <a:latin typeface="+mj-lt"/>
                <a:ea typeface="+mj-ea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Riferimento</a:t>
            </a:r>
          </a:p>
          <a:p>
            <a:r>
              <a:rPr lang="en-US" sz="2000" dirty="0">
                <a:solidFill>
                  <a:srgbClr val="D6D3D2"/>
                </a:solidFill>
                <a:hlinkClick r:id="rId3"/>
              </a:rPr>
              <a:t>https://github.com/SWEG-Software-Engineering-Group/docs</a:t>
            </a:r>
            <a:r>
              <a:rPr lang="en-US" sz="2000" dirty="0">
                <a:solidFill>
                  <a:srgbClr val="D6D3D2"/>
                </a:solidFill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716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Backlog: RA &amp; Organizzazione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838200" y="2262433"/>
            <a:ext cx="55305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Prima Analisi dei Requisiti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Contatti con il proponente e canale Slack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Autoapprendimento prime tecnologie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Lezione rovesciata: Documentazione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DA06D10-7326-54DB-5466-62A09799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089" y="1690688"/>
            <a:ext cx="3802710" cy="214140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D986639-79C9-2404-84AB-54513043A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1089" y="4299667"/>
            <a:ext cx="2310063" cy="112796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EE81422-BA79-BC19-4455-3BB3BD74A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4308" y="4299667"/>
            <a:ext cx="1139491" cy="11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76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100000">
              <a:srgbClr val="212122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BACC31-3FFE-6CDF-3343-C03AEEAD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A7A19E"/>
                </a:solidFill>
              </a:rPr>
              <a:t>Up Next – Calendario &amp; Analisi</a:t>
            </a:r>
          </a:p>
        </p:txBody>
      </p:sp>
      <p:pic>
        <p:nvPicPr>
          <p:cNvPr id="7" name="Content Placeholder 6" descr="Logo&#10;&#10;Description automatically generated">
            <a:extLst>
              <a:ext uri="{FF2B5EF4-FFF2-40B4-BE49-F238E27FC236}">
                <a16:creationId xmlns:a16="http://schemas.microsoft.com/office/drawing/2014/main" id="{EC2E0181-09F2-FEFB-8F97-2EADCE536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0914" y="6018173"/>
            <a:ext cx="1863861" cy="474702"/>
          </a:xfrm>
          <a:ln>
            <a:noFill/>
          </a:ln>
          <a:effectLst>
            <a:reflection blurRad="25400" stA="42000" endPos="40000" dir="5400000" sy="-100000" algn="bl" rotWithShape="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B94C2A-9935-0814-8318-2FC17AD35D24}"/>
              </a:ext>
            </a:extLst>
          </p:cNvPr>
          <p:cNvSpPr txBox="1"/>
          <p:nvPr/>
        </p:nvSpPr>
        <p:spPr>
          <a:xfrm>
            <a:off x="613610" y="2017130"/>
            <a:ext cx="541960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Continuazione studio tecnologie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Definizione calendario/impegni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Proseguimento Analisi dei Requisiti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D6D3D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D6D3D2"/>
                </a:solidFill>
              </a:rPr>
              <a:t>Definizione Piano di Progetto e Norme</a:t>
            </a:r>
          </a:p>
        </p:txBody>
      </p:sp>
      <p:pic>
        <p:nvPicPr>
          <p:cNvPr id="2050" name="Picture 2" descr="Calendar Icon Vector Art, Icons, and Graphics for Free Download">
            <a:extLst>
              <a:ext uri="{FF2B5EF4-FFF2-40B4-BE49-F238E27FC236}">
                <a16:creationId xmlns:a16="http://schemas.microsoft.com/office/drawing/2014/main" id="{880A8D07-D832-EB53-1CFD-9FB150899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048" y="2166552"/>
            <a:ext cx="1943106" cy="194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- Free business and finance icons">
            <a:extLst>
              <a:ext uri="{FF2B5EF4-FFF2-40B4-BE49-F238E27FC236}">
                <a16:creationId xmlns:a16="http://schemas.microsoft.com/office/drawing/2014/main" id="{9BEF8796-FA23-EF71-5D6F-D8AC2E3E1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987" y="2162227"/>
            <a:ext cx="1947431" cy="19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451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EG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4E423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62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Diario di bordo  14/11/2022</vt:lpstr>
      <vt:lpstr>Backlog: RA &amp; Organizzazione</vt:lpstr>
      <vt:lpstr>Up Next – Calendario &amp; Analisi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Placeholder Titolo</dc:title>
  <dc:creator>Davide Milan</dc:creator>
  <cp:lastModifiedBy>Gabriel Rovesti</cp:lastModifiedBy>
  <cp:revision>3</cp:revision>
  <dcterms:created xsi:type="dcterms:W3CDTF">2022-10-24T17:05:38Z</dcterms:created>
  <dcterms:modified xsi:type="dcterms:W3CDTF">2022-11-13T16:10:49Z</dcterms:modified>
</cp:coreProperties>
</file>