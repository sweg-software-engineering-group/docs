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3D2"/>
    <a:srgbClr val="A7A19E"/>
    <a:srgbClr val="4E423C"/>
    <a:srgbClr val="212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F252E-6C4E-4072-B8A4-897FDCB8AF44}" v="56" dt="2022-11-13T16:10:0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vesti" userId="d647de4fd5d777e4" providerId="LiveId" clId="{FC0F252E-6C4E-4072-B8A4-897FDCB8AF44}"/>
    <pc:docChg chg="undo redo custSel addSld delSld modSld">
      <pc:chgData name="Gabriel Rovesti" userId="d647de4fd5d777e4" providerId="LiveId" clId="{FC0F252E-6C4E-4072-B8A4-897FDCB8AF44}" dt="2022-11-13T16:10:18.318" v="2063" actId="1076"/>
      <pc:docMkLst>
        <pc:docMk/>
      </pc:docMkLst>
      <pc:sldChg chg="modSp mod">
        <pc:chgData name="Gabriel Rovesti" userId="d647de4fd5d777e4" providerId="LiveId" clId="{FC0F252E-6C4E-4072-B8A4-897FDCB8AF44}" dt="2022-11-13T15:59:59.732" v="2014" actId="114"/>
        <pc:sldMkLst>
          <pc:docMk/>
          <pc:sldMk cId="726716261" sldId="256"/>
        </pc:sldMkLst>
        <pc:spChg chg="mod">
          <ac:chgData name="Gabriel Rovesti" userId="d647de4fd5d777e4" providerId="LiveId" clId="{FC0F252E-6C4E-4072-B8A4-897FDCB8AF44}" dt="2022-11-13T15:59:40.084" v="2006" actId="21"/>
          <ac:spMkLst>
            <pc:docMk/>
            <pc:sldMk cId="726716261" sldId="256"/>
            <ac:spMk id="2" creationId="{9E2C5409-46BB-AC54-BB44-4965A6DDF8CA}"/>
          </ac:spMkLst>
        </pc:spChg>
        <pc:spChg chg="mod">
          <ac:chgData name="Gabriel Rovesti" userId="d647de4fd5d777e4" providerId="LiveId" clId="{FC0F252E-6C4E-4072-B8A4-897FDCB8AF44}" dt="2022-11-13T15:59:59.732" v="2014" actId="114"/>
          <ac:spMkLst>
            <pc:docMk/>
            <pc:sldMk cId="726716261" sldId="256"/>
            <ac:spMk id="3" creationId="{103FBD10-7A89-6591-7B58-09647F8ECF9C}"/>
          </ac:spMkLst>
        </pc:spChg>
        <pc:picChg chg="mod">
          <ac:chgData name="Gabriel Rovesti" userId="d647de4fd5d777e4" providerId="LiveId" clId="{FC0F252E-6C4E-4072-B8A4-897FDCB8AF44}" dt="2022-11-13T15:59:09.097" v="1973" actId="1076"/>
          <ac:picMkLst>
            <pc:docMk/>
            <pc:sldMk cId="726716261" sldId="256"/>
            <ac:picMk id="9" creationId="{9C184F7E-262C-B90E-02E0-79514FEAF6EA}"/>
          </ac:picMkLst>
        </pc:picChg>
      </pc:sldChg>
      <pc:sldChg chg="addSp delSp modSp mod">
        <pc:chgData name="Gabriel Rovesti" userId="d647de4fd5d777e4" providerId="LiveId" clId="{FC0F252E-6C4E-4072-B8A4-897FDCB8AF44}" dt="2022-11-13T16:08:43.834" v="2042" actId="1076"/>
        <pc:sldMkLst>
          <pc:docMk/>
          <pc:sldMk cId="992776036" sldId="257"/>
        </pc:sldMkLst>
        <pc:spChg chg="mod">
          <ac:chgData name="Gabriel Rovesti" userId="d647de4fd5d777e4" providerId="LiveId" clId="{FC0F252E-6C4E-4072-B8A4-897FDCB8AF44}" dt="2022-11-13T15:58:32.376" v="1911" actId="20577"/>
          <ac:spMkLst>
            <pc:docMk/>
            <pc:sldMk cId="992776036" sldId="257"/>
            <ac:spMk id="4" creationId="{BBBACC31-3FFE-6CDF-3343-C03AEEAD278A}"/>
          </ac:spMkLst>
        </pc:spChg>
        <pc:spChg chg="mod">
          <ac:chgData name="Gabriel Rovesti" userId="d647de4fd5d777e4" providerId="LiveId" clId="{FC0F252E-6C4E-4072-B8A4-897FDCB8AF44}" dt="2022-11-13T16:08:34.078" v="2040" actId="1076"/>
          <ac:spMkLst>
            <pc:docMk/>
            <pc:sldMk cId="992776036" sldId="257"/>
            <ac:spMk id="9" creationId="{35B94C2A-9935-0814-8318-2FC17AD35D24}"/>
          </ac:spMkLst>
        </pc:spChg>
        <pc:picChg chg="add mod">
          <ac:chgData name="Gabriel Rovesti" userId="d647de4fd5d777e4" providerId="LiveId" clId="{FC0F252E-6C4E-4072-B8A4-897FDCB8AF44}" dt="2022-11-13T16:08:19.751" v="2034" actId="1076"/>
          <ac:picMkLst>
            <pc:docMk/>
            <pc:sldMk cId="992776036" sldId="257"/>
            <ac:picMk id="3" creationId="{CDA06D10-7326-54DB-5466-62A09799F08F}"/>
          </ac:picMkLst>
        </pc:picChg>
        <pc:picChg chg="add del mod">
          <ac:chgData name="Gabriel Rovesti" userId="d647de4fd5d777e4" providerId="LiveId" clId="{FC0F252E-6C4E-4072-B8A4-897FDCB8AF44}" dt="2022-11-13T16:06:47.043" v="2022" actId="478"/>
          <ac:picMkLst>
            <pc:docMk/>
            <pc:sldMk cId="992776036" sldId="257"/>
            <ac:picMk id="6" creationId="{F6C6EF11-B32B-ED24-ED85-6207B4FCF239}"/>
          </ac:picMkLst>
        </pc:picChg>
        <pc:picChg chg="add mod">
          <ac:chgData name="Gabriel Rovesti" userId="d647de4fd5d777e4" providerId="LiveId" clId="{FC0F252E-6C4E-4072-B8A4-897FDCB8AF44}" dt="2022-11-13T16:08:27.924" v="2038" actId="1076"/>
          <ac:picMkLst>
            <pc:docMk/>
            <pc:sldMk cId="992776036" sldId="257"/>
            <ac:picMk id="10" creationId="{4D986639-79C9-2404-84AB-54513043AE0F}"/>
          </ac:picMkLst>
        </pc:picChg>
        <pc:picChg chg="add del mod">
          <ac:chgData name="Gabriel Rovesti" userId="d647de4fd5d777e4" providerId="LiveId" clId="{FC0F252E-6C4E-4072-B8A4-897FDCB8AF44}" dt="2022-11-13T16:07:11.260" v="2027" actId="478"/>
          <ac:picMkLst>
            <pc:docMk/>
            <pc:sldMk cId="992776036" sldId="257"/>
            <ac:picMk id="12" creationId="{79C582B2-37D2-7554-3AD5-B45B0DAF6A4E}"/>
          </ac:picMkLst>
        </pc:picChg>
        <pc:picChg chg="add del mod">
          <ac:chgData name="Gabriel Rovesti" userId="d647de4fd5d777e4" providerId="LiveId" clId="{FC0F252E-6C4E-4072-B8A4-897FDCB8AF44}" dt="2022-11-13T16:07:41.847" v="2029" actId="478"/>
          <ac:picMkLst>
            <pc:docMk/>
            <pc:sldMk cId="992776036" sldId="257"/>
            <ac:picMk id="14" creationId="{11588A7C-8729-0779-6218-90F49DE31025}"/>
          </ac:picMkLst>
        </pc:picChg>
        <pc:picChg chg="add mod">
          <ac:chgData name="Gabriel Rovesti" userId="d647de4fd5d777e4" providerId="LiveId" clId="{FC0F252E-6C4E-4072-B8A4-897FDCB8AF44}" dt="2022-11-13T16:08:43.834" v="2042" actId="1076"/>
          <ac:picMkLst>
            <pc:docMk/>
            <pc:sldMk cId="992776036" sldId="257"/>
            <ac:picMk id="16" creationId="{7EE81422-BA79-BC19-4455-3BB3BD74AAAD}"/>
          </ac:picMkLst>
        </pc:picChg>
        <pc:picChg chg="add del mod">
          <ac:chgData name="Gabriel Rovesti" userId="d647de4fd5d777e4" providerId="LiveId" clId="{FC0F252E-6C4E-4072-B8A4-897FDCB8AF44}" dt="2022-11-13T16:01:07.036" v="2017" actId="478"/>
          <ac:picMkLst>
            <pc:docMk/>
            <pc:sldMk cId="992776036" sldId="257"/>
            <ac:picMk id="1026" creationId="{E6BCB048-55F2-DA54-4FC3-B026A5CDA79C}"/>
          </ac:picMkLst>
        </pc:picChg>
      </pc:sldChg>
      <pc:sldChg chg="new del">
        <pc:chgData name="Gabriel Rovesti" userId="d647de4fd5d777e4" providerId="LiveId" clId="{FC0F252E-6C4E-4072-B8A4-897FDCB8AF44}" dt="2022-11-09T14:37:56.572" v="167" actId="47"/>
        <pc:sldMkLst>
          <pc:docMk/>
          <pc:sldMk cId="1336203617" sldId="258"/>
        </pc:sldMkLst>
      </pc:sldChg>
      <pc:sldChg chg="addSp modSp add mod">
        <pc:chgData name="Gabriel Rovesti" userId="d647de4fd5d777e4" providerId="LiveId" clId="{FC0F252E-6C4E-4072-B8A4-897FDCB8AF44}" dt="2022-11-13T16:10:18.318" v="2063" actId="1076"/>
        <pc:sldMkLst>
          <pc:docMk/>
          <pc:sldMk cId="1604451497" sldId="258"/>
        </pc:sldMkLst>
        <pc:spChg chg="mod">
          <ac:chgData name="Gabriel Rovesti" userId="d647de4fd5d777e4" providerId="LiveId" clId="{FC0F252E-6C4E-4072-B8A4-897FDCB8AF44}" dt="2022-11-13T15:59:00.341" v="1972" actId="20577"/>
          <ac:spMkLst>
            <pc:docMk/>
            <pc:sldMk cId="1604451497" sldId="258"/>
            <ac:spMk id="4" creationId="{BBBACC31-3FFE-6CDF-3343-C03AEEAD278A}"/>
          </ac:spMkLst>
        </pc:spChg>
        <pc:spChg chg="mod">
          <ac:chgData name="Gabriel Rovesti" userId="d647de4fd5d777e4" providerId="LiveId" clId="{FC0F252E-6C4E-4072-B8A4-897FDCB8AF44}" dt="2022-11-13T16:10:18.318" v="2063" actId="1076"/>
          <ac:spMkLst>
            <pc:docMk/>
            <pc:sldMk cId="1604451497" sldId="258"/>
            <ac:spMk id="9" creationId="{35B94C2A-9935-0814-8318-2FC17AD35D24}"/>
          </ac:spMkLst>
        </pc:spChg>
        <pc:picChg chg="add mod">
          <ac:chgData name="Gabriel Rovesti" userId="d647de4fd5d777e4" providerId="LiveId" clId="{FC0F252E-6C4E-4072-B8A4-897FDCB8AF44}" dt="2022-11-13T16:10:05.257" v="2059" actId="1076"/>
          <ac:picMkLst>
            <pc:docMk/>
            <pc:sldMk cId="1604451497" sldId="258"/>
            <ac:picMk id="2050" creationId="{880A8D07-D832-EB53-1CFD-9FB150899564}"/>
          </ac:picMkLst>
        </pc:picChg>
        <pc:picChg chg="add mod">
          <ac:chgData name="Gabriel Rovesti" userId="d647de4fd5d777e4" providerId="LiveId" clId="{FC0F252E-6C4E-4072-B8A4-897FDCB8AF44}" dt="2022-11-13T16:10:06.320" v="2060" actId="1076"/>
          <ac:picMkLst>
            <pc:docMk/>
            <pc:sldMk cId="1604451497" sldId="258"/>
            <ac:picMk id="2052" creationId="{9BEF8796-FA23-EF71-5D6F-D8AC2E3E1C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3448F-8E25-4DF6-9914-304C4820894C}" type="datetimeFigureOut">
              <a:rPr lang="it-IT" smtClean="0"/>
              <a:t>04/12/2022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6F66F-553C-47C8-A02B-B2C499E89DB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20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0" i="0" dirty="0">
                <a:solidFill>
                  <a:srgbClr val="1D1C1D"/>
                </a:solidFill>
                <a:effectLst/>
                <a:latin typeface="Slack-Lato"/>
              </a:rPr>
              <a:t>- aggiornando casi d'uso ed attori per renderlo più chiaro; 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6F66F-553C-47C8-A02B-B2C499E89DB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688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B261-958D-57E4-66D9-CA2212F8C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A936-A99C-14F8-9B4C-CDCBD2E5F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8C23-A95C-DDFC-8FDF-0009FC8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79B0-DD4F-6CC6-1268-1E385D2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CFC7-B2A1-52BE-3AE8-D502495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3F2-E815-A3B2-FB2C-C8830F19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B1BE-1645-810B-E148-B58ADF75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2D92-CA70-941D-7A10-DA087592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692E-52D4-BB7B-9071-E8C53B6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54C-08E2-7C57-F0FB-C5F9FA7B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DECA-27C6-03D4-AF79-8C3442D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A765-075A-4854-3780-17C235D9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0B30-8201-4F37-B4F1-23502C6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61E3-E61D-AF4D-65E9-6F655703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142-BF63-CF2A-F85B-0D21DEC7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6243-7FC9-3E1F-9DBD-BD5A44EA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F007-632E-F384-4308-133A8F2DB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407B-E9FF-C657-1A70-E930F74F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EE62-F390-0AB3-3BA7-6F9E5E9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2416-848B-B7C0-8596-99D6670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38AE-10F1-C0DD-5E52-33CB8636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27A-4CD2-B321-0187-C88FC66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F84E-218C-0F67-ED81-0A274E43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46EF-032D-2D02-CC26-BBDA778F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B5221-D6A1-5CD0-2FA7-7A857422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335B3-409C-983F-9D21-3AECD448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56B7D-8EBF-5497-6F03-BE4E0E3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6F5B-7888-9B97-6401-DCF18295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12EF6-9424-53F7-9B08-6C379748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6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CF3F-C435-A456-2340-27B6FF26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58C0-FAE6-2706-FD24-3C71FAF6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D632D-19A2-E479-60E6-77CE9057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BE9C-DE30-FB22-B9AF-4ACC602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794D7-DAA9-7EF4-05C7-727E8F35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B8DB-0786-E5DA-448C-B86BF56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DB2-A9E7-90F8-B874-27A812FF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FDF-4CB4-C701-E0D7-D104715A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F6A-9F01-E647-7F49-9026848E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2674-7515-9182-52A9-0B72078C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C69F-AD3B-2D53-C516-DACB9D8E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5BF1A-543B-ECC6-AFE4-D3EDB7F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B3FE-B665-7BFB-ECB0-42ABA5E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B1F-FD5B-E518-79AA-7A94076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9421A-8AE0-E6F7-0AE3-3E8A5925D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4D787-4793-FB16-7484-63F2F3C1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F2E5E-ED5F-296A-1355-AE34BEA0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8895-5630-1E41-EE29-ED78B32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44FBD-A065-C98A-F7D2-E83A7E47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9009-E04A-EE17-5589-B4447C4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01EC7-0C23-1F1E-953E-DAC0F375D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4A2-0C8C-51EA-23F6-1F39FFE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933-BBB9-0F39-0824-DF3E362E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06C7-BC01-0505-D582-99D8D93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CC02-D29B-C5AC-15CB-09550E57F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044F-761E-A4CD-599C-6308120D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8C10-5A80-9BBF-9C97-71B2CB9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B035-BC46-5F41-DBA9-A578A23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5200-10B4-7CA0-31F6-1B7F545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EF491-D16E-ECB5-9547-474C46E6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2518F-5113-F1D6-E946-417C7F31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1604-F289-B033-4048-B104B720F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A06E-F4D4-4BFB-9CBB-798DF4F28D15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099E-5944-0CFA-5606-B5FFB08D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194-C575-DD99-B3FC-79869501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G-Software-Engineering-Group/do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21212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C184F7E-262C-B90E-02E0-79514FEA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"/>
          <a:stretch/>
        </p:blipFill>
        <p:spPr>
          <a:xfrm>
            <a:off x="3944280" y="2337308"/>
            <a:ext cx="8233698" cy="2218756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5409-46BB-AC54-BB44-4965A6DD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77" y="1111201"/>
            <a:ext cx="4192343" cy="3116843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A7A19E"/>
                </a:solidFill>
              </a:rPr>
              <a:t>Diario di bordo</a:t>
            </a:r>
            <a:br>
              <a:rPr lang="en-US" sz="4800" dirty="0">
                <a:solidFill>
                  <a:srgbClr val="A7A19E"/>
                </a:solidFill>
              </a:rPr>
            </a:br>
            <a:br>
              <a:rPr lang="en-US" sz="4800" dirty="0">
                <a:solidFill>
                  <a:srgbClr val="A7A19E"/>
                </a:solidFill>
              </a:rPr>
            </a:br>
            <a:r>
              <a:rPr lang="en-US" sz="4800" dirty="0">
                <a:solidFill>
                  <a:srgbClr val="A7A19E"/>
                </a:solidFill>
              </a:rPr>
              <a:t>05/12/2022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FBD10-7A89-6591-7B58-09647F8E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456" y="5339245"/>
            <a:ext cx="7297088" cy="1283469"/>
          </a:xfrm>
        </p:spPr>
        <p:txBody>
          <a:bodyPr>
            <a:normAutofit/>
          </a:bodyPr>
          <a:lstStyle/>
          <a:p>
            <a:r>
              <a:rPr lang="en-US" sz="2100" i="1" dirty="0">
                <a:solidFill>
                  <a:srgbClr val="A7A19E"/>
                </a:solidFill>
                <a:latin typeface="+mj-lt"/>
                <a:ea typeface="+mj-ea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Riferimento</a:t>
            </a:r>
          </a:p>
          <a:p>
            <a:r>
              <a:rPr lang="en-US" sz="2000" dirty="0">
                <a:solidFill>
                  <a:srgbClr val="D6D3D2"/>
                </a:solidFill>
                <a:hlinkClick r:id="rId3"/>
              </a:rPr>
              <a:t>https://github.com/SWEG-Software-Engineering-Group/docs</a:t>
            </a:r>
            <a:r>
              <a:rPr lang="en-US" sz="2000" dirty="0">
                <a:solidFill>
                  <a:srgbClr val="D6D3D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16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  <a:ea typeface="Times New Roman" panose="02020603050405020304" pitchFamily="18" charset="0"/>
              </a:rPr>
              <a:t>C</a:t>
            </a:r>
            <a:r>
              <a:rPr lang="it-IT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ose fatte nel periodo trascorso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0" y="1807219"/>
            <a:ext cx="55305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bg1"/>
                </a:solidFill>
                <a:latin typeface="Slack-Lato"/>
              </a:rPr>
              <a:t>A</a:t>
            </a:r>
            <a:r>
              <a:rPr lang="it-IT" sz="2400" b="0" i="0" dirty="0">
                <a:solidFill>
                  <a:schemeClr val="bg1"/>
                </a:solidFill>
                <a:effectLst/>
                <a:latin typeface="Slack-Lato"/>
              </a:rPr>
              <a:t>ggiornato l'Analisi dei Requisiti</a:t>
            </a: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</a:rPr>
              <a:t>Riorganizzazione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ruoli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stesura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documenti</a:t>
            </a: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E’ </a:t>
            </a:r>
            <a:r>
              <a:rPr lang="en-US" sz="2200" dirty="0" err="1">
                <a:solidFill>
                  <a:schemeClr val="bg1"/>
                </a:solidFill>
              </a:rPr>
              <a:t>stata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stabilita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un’idea</a:t>
            </a:r>
            <a:r>
              <a:rPr lang="en-US" sz="2200" dirty="0">
                <a:solidFill>
                  <a:schemeClr val="bg1"/>
                </a:solidFill>
              </a:rPr>
              <a:t>  per il Proof of Concept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</a:rPr>
              <a:t>Abbiamo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riconsegnato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l’analisi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dei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requisiti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all’azienda</a:t>
            </a:r>
            <a:r>
              <a:rPr lang="en-US" sz="2200" dirty="0">
                <a:solidFill>
                  <a:schemeClr val="bg1"/>
                </a:solidFill>
              </a:rPr>
              <a:t> per </a:t>
            </a:r>
            <a:r>
              <a:rPr lang="en-US" sz="2200" dirty="0" err="1">
                <a:solidFill>
                  <a:schemeClr val="bg1"/>
                </a:solidFill>
              </a:rPr>
              <a:t>condividere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progressi</a:t>
            </a:r>
            <a:r>
              <a:rPr lang="en-US" sz="2200" dirty="0">
                <a:solidFill>
                  <a:schemeClr val="bg1"/>
                </a:solidFill>
              </a:rPr>
              <a:t> e </a:t>
            </a:r>
            <a:r>
              <a:rPr lang="en-US" sz="2200" dirty="0" err="1">
                <a:solidFill>
                  <a:schemeClr val="bg1"/>
                </a:solidFill>
              </a:rPr>
              <a:t>verificare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eventuali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errori</a:t>
            </a: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</a:rPr>
              <a:t>Abbiamo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definito</a:t>
            </a:r>
            <a:r>
              <a:rPr lang="en-US" sz="2200" dirty="0">
                <a:solidFill>
                  <a:schemeClr val="bg1"/>
                </a:solidFill>
              </a:rPr>
              <a:t> le date per le </a:t>
            </a:r>
            <a:r>
              <a:rPr lang="en-US" sz="2200" dirty="0" err="1">
                <a:solidFill>
                  <a:schemeClr val="bg1"/>
                </a:solidFill>
              </a:rPr>
              <a:t>prossime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riunioni</a:t>
            </a:r>
            <a:r>
              <a:rPr lang="en-US" sz="2200" dirty="0">
                <a:solidFill>
                  <a:schemeClr val="bg1"/>
                </a:solidFill>
              </a:rPr>
              <a:t> interne al </a:t>
            </a:r>
            <a:r>
              <a:rPr lang="en-US" sz="2200" dirty="0" err="1">
                <a:solidFill>
                  <a:schemeClr val="bg1"/>
                </a:solidFill>
              </a:rPr>
              <a:t>gruppo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25F5614-4870-0D8F-B10E-2EDEAB699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584" y="2380437"/>
            <a:ext cx="1473993" cy="14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77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0" y="375986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C</a:t>
            </a:r>
            <a:r>
              <a:rPr lang="it-IT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ose da fare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en-US" dirty="0" err="1">
                <a:solidFill>
                  <a:schemeClr val="bg1"/>
                </a:solidFill>
              </a:rPr>
              <a:t>Documenti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tecnologie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613610" y="1701549"/>
            <a:ext cx="541960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</a:rPr>
              <a:t>Continuazione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scrittura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documenti</a:t>
            </a:r>
            <a:endParaRPr lang="en-US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</a:rPr>
              <a:t>Incontro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fissato</a:t>
            </a:r>
            <a:r>
              <a:rPr lang="en-US" sz="2200" dirty="0">
                <a:solidFill>
                  <a:schemeClr val="bg1"/>
                </a:solidFill>
              </a:rPr>
              <a:t> con </a:t>
            </a:r>
            <a:r>
              <a:rPr lang="en-US" sz="2200" dirty="0" err="1">
                <a:solidFill>
                  <a:schemeClr val="bg1"/>
                </a:solidFill>
              </a:rPr>
              <a:t>l’azienda</a:t>
            </a:r>
            <a:r>
              <a:rPr lang="en-US" sz="2200" dirty="0">
                <a:solidFill>
                  <a:schemeClr val="bg1"/>
                </a:solidFill>
              </a:rPr>
              <a:t>: </a:t>
            </a:r>
          </a:p>
          <a:p>
            <a:pPr marL="800100" lvl="1" indent="-342900">
              <a:buFontTx/>
              <a:buChar char="-"/>
            </a:pPr>
            <a:r>
              <a:rPr lang="it-IT" sz="2000" b="0" i="0" dirty="0">
                <a:solidFill>
                  <a:schemeClr val="bg1"/>
                </a:solidFill>
                <a:effectLst/>
                <a:latin typeface="+mj-lt"/>
              </a:rPr>
              <a:t>5 dicembre introduzione ad AWS e    </a:t>
            </a:r>
          </a:p>
          <a:p>
            <a:pPr lvl="1"/>
            <a:r>
              <a:rPr lang="it-IT" sz="2000" b="0" i="0" dirty="0">
                <a:solidFill>
                  <a:schemeClr val="bg1"/>
                </a:solidFill>
                <a:effectLst/>
                <a:latin typeface="+mj-lt"/>
              </a:rPr>
              <a:t>      infrastruttura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en-US" sz="2200" b="0" i="0" dirty="0">
                <a:solidFill>
                  <a:schemeClr val="bg1"/>
                </a:solidFill>
                <a:effectLst/>
                <a:latin typeface="Slack-Lato"/>
              </a:rPr>
              <a:t>-    </a:t>
            </a:r>
            <a:r>
              <a:rPr lang="it-IT" sz="2000" b="0" i="0" dirty="0">
                <a:solidFill>
                  <a:schemeClr val="bg1"/>
                </a:solidFill>
                <a:effectLst/>
                <a:latin typeface="Slack-Lato"/>
              </a:rPr>
              <a:t>9 dicembre introduzione allo sviluppo    </a:t>
            </a:r>
          </a:p>
          <a:p>
            <a:pPr algn="l"/>
            <a:r>
              <a:rPr lang="it-IT" sz="2000" dirty="0">
                <a:solidFill>
                  <a:schemeClr val="bg1"/>
                </a:solidFill>
                <a:latin typeface="Slack-Lato"/>
              </a:rPr>
              <a:t>              </a:t>
            </a:r>
            <a:r>
              <a:rPr lang="it-IT" sz="2000" b="0" i="0" dirty="0" err="1">
                <a:solidFill>
                  <a:schemeClr val="bg1"/>
                </a:solidFill>
                <a:effectLst/>
                <a:latin typeface="Slack-Lato"/>
              </a:rPr>
              <a:t>backend</a:t>
            </a:r>
            <a:r>
              <a:rPr lang="it-IT" sz="2000" b="0" i="0" dirty="0">
                <a:solidFill>
                  <a:schemeClr val="bg1"/>
                </a:solidFill>
                <a:effectLst/>
                <a:latin typeface="Slack-Lato"/>
              </a:rPr>
              <a:t> </a:t>
            </a:r>
            <a:br>
              <a:rPr lang="it-IT" sz="2400" dirty="0">
                <a:solidFill>
                  <a:schemeClr val="bg1"/>
                </a:solidFill>
              </a:rPr>
            </a:b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</a:rPr>
              <a:t>Dubbi: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pPr marL="457200" indent="-457200">
              <a:buAutoNum type="arabicParenR"/>
            </a:pPr>
            <a:r>
              <a:rPr lang="en-US" sz="2200" dirty="0" err="1">
                <a:solidFill>
                  <a:schemeClr val="bg1"/>
                </a:solidFill>
              </a:rPr>
              <a:t>Complessità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autoapprendimento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tecnologie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nuove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2" name="Picture 2" descr="AWS">
            <a:extLst>
              <a:ext uri="{FF2B5EF4-FFF2-40B4-BE49-F238E27FC236}">
                <a16:creationId xmlns:a16="http://schemas.microsoft.com/office/drawing/2014/main" id="{C34DCAD8-6933-8E9B-C895-4319A8D1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215" y="1379624"/>
            <a:ext cx="5419605" cy="47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4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E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E423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58</TotalTime>
  <Words>114</Words>
  <Application>Microsoft Office PowerPoint</Application>
  <PresentationFormat>Widescreen</PresentationFormat>
  <Paragraphs>26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Open Sans</vt:lpstr>
      <vt:lpstr>Slack-Lato</vt:lpstr>
      <vt:lpstr>Office Theme</vt:lpstr>
      <vt:lpstr>Diario di bordo  05/12/2022</vt:lpstr>
      <vt:lpstr>Cose fatte nel periodo trascorso</vt:lpstr>
      <vt:lpstr>Cose da fare – Documenti e tecnologie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Titolo</dc:title>
  <dc:creator>Davide Milan</dc:creator>
  <cp:lastModifiedBy>Sgrazzutti Davide</cp:lastModifiedBy>
  <cp:revision>20</cp:revision>
  <dcterms:created xsi:type="dcterms:W3CDTF">2022-10-24T17:05:38Z</dcterms:created>
  <dcterms:modified xsi:type="dcterms:W3CDTF">2022-12-04T15:45:37Z</dcterms:modified>
</cp:coreProperties>
</file>